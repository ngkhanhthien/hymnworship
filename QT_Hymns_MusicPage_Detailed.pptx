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QT HYMNS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FBF1"/>
                </a:solidFill>
              </a:rPr>
              <a:t>Thiết Kế Chi Tiết Giao Diện &amp; Trải Nghiệm Người Dùng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1. CHI TIẾT TRANG CHỦ (HOME PAGE)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1645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BỘ LỌC NHẠC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🔍 Xem tất cả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🙏 Nhạc Cầu nguyện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🎄 Nhạc Giáng sinh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📁 Chọn chủ đề...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✨ Cập nhật mới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77440" y="82296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1188720"/>
            <a:ext cx="3566160" cy="1645920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THE MORNING BREAKS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Hymn #1 | Tune: HUDSON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Gợi ý khác: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33832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🎵 Abide with Me!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🎵 Come, Come, Ye Saints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822960"/>
            <a:ext cx="22860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LỊCH &amp; GHI CHÚ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280160"/>
            <a:ext cx="210312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3716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Tháng 3 2026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92240" y="3108960"/>
            <a:ext cx="210312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2004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Nhật ký nhanh...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</a:rPr>
              <a:t>2. CHI TIẾT TRANG NHẠC (MUSIC PAGE)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1280160" cy="274320"/>
          </a:xfrm>
          <a:prstGeom prst="round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PDF Sheet Music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0" y="1005840"/>
            <a:ext cx="1097280" cy="27432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10515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Lyrics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1371600" cy="27432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051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Interactive Sheet</a:t>
            </a:r>
            <a:endParaRPr lang="en-US" sz="900" dirty="0"/>
          </a:p>
        </p:txBody>
      </p:sp>
      <p:pic>
        <p:nvPicPr>
          <p:cNvPr id="10" name="Image 0" descr="C:\Users\jvmil\.gemini\antigravity-ide\brain\f546b962-3e03-4530-82a6-34f6bfa82baa\hymn_sheet_music_17835130939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200400" cy="2377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02336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CHI TIẾT BÀI HÁT: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23360" y="16459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Mô tả: Bài ca chào mừng ngày mới thuộc linh.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Tuyển tập: Thánh ca LDS.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Thánh thư liên quan: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  - Isaiah 60:1-3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  - 3 Nephi 16:7-20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40080" y="3840480"/>
            <a:ext cx="493776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▶  01:20 / 03:51  🔈 ───────────────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0" y="3931920"/>
            <a:ext cx="914400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0" y="3977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📥 Tải xuống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63440" y="3931920"/>
            <a:ext cx="822960" cy="2743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5"/>
          <p:cNvSpPr/>
          <p:nvPr/>
        </p:nvSpPr>
        <p:spPr>
          <a:xfrm>
            <a:off x="4663440" y="39776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🖨 In ấn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943600" y="822960"/>
            <a:ext cx="27432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0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185D"/>
                </a:solidFill>
              </a:rPr>
              <a:t>GHI CHÚ CỦA BẠN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1188720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64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✍ Nhập ghi chú mới...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35040" y="18288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Lịch sử ghi chú: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35040" y="2103120"/>
            <a:ext cx="2560320" cy="54864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12648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Cảm thấy bình an khi nghe bài hát này... ✏ ❌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035040" y="2743200"/>
            <a:ext cx="2560320" cy="54864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612648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Cần áp dụng lời khuyên từ Isaiah 60:1... ✏ ❌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035040" y="4389120"/>
            <a:ext cx="2560320" cy="45720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29" name="Text 26"/>
          <p:cNvSpPr/>
          <p:nvPr/>
        </p:nvSpPr>
        <p:spPr>
          <a:xfrm>
            <a:off x="6035040" y="4480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📂 XEM TOÀN BỘ GHI CHÚ ➔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E185D"/>
                </a:solidFill>
              </a:rPr>
              <a:t>3. TRANG QUẢN LÝ GHI CHÚ (NOTES MANAGEMENT)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Nơi quản lý toàn bộ các trải nghiệm tâm linh của bạn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4114800"/>
                <a:gridCol w="118872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Ngày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8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Bài hát liên quan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8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Nội dung ghi chú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8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Thao tác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8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25/03/2026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The Morning Breaks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Nhận được sự thúc giục phải chia sẻ tình yêu thương nhiều hơn.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✏ Sửa | ❌ Xóa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24/03/2026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Abide with Me!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Cảm thấy được an ủi trong những lúc khó khăn.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✏ Sửa | ❌ Xóa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23/03/2026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Come, Come, Ye Saints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Bài hát khích lệ tinh thần kiên trì vượt qua thử thách.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✏ Sửa | ❌ Xóa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89120"/>
            <a:ext cx="274320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⬅ Quay lại Trang Nhạc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2026-07-08T13:29:03Z</dcterms:created>
  <dcterms:modified xsi:type="dcterms:W3CDTF">2026-07-08T13:29:03Z</dcterms:modified>
</cp:coreProperties>
</file>