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766E"/>
                </a:solidFill>
              </a:rPr>
              <a:t>QT HYMNS - KIẾN TRÚC ANGULAR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Cấu trúc Thư mục &amp; Thiết kế Giao diện Chi tiết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</a:rPr>
              <a:t>CẤU TRÚC THƯ MỤC ANGULAR (PROJECT STRUCTURE)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023360" y="822960"/>
            <a:ext cx="365760" cy="1371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Shape 2"/>
          <p:cNvSpPr/>
          <p:nvPr/>
        </p:nvSpPr>
        <p:spPr>
          <a:xfrm>
            <a:off x="4023360" y="914400"/>
            <a:ext cx="1097280" cy="64008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4023360" y="10972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src/app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26280" y="1554480"/>
            <a:ext cx="45720" cy="274320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1828800"/>
            <a:ext cx="6858000" cy="45720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8" name="Shape 6"/>
          <p:cNvSpPr/>
          <p:nvPr/>
        </p:nvSpPr>
        <p:spPr>
          <a:xfrm>
            <a:off x="1097280" y="1828800"/>
            <a:ext cx="45720" cy="365760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103120"/>
            <a:ext cx="365760" cy="13716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194560"/>
            <a:ext cx="1097280" cy="64008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377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core/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9260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Services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Interceptors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834640" y="1828800"/>
            <a:ext cx="45720" cy="365760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14" name="Shape 12"/>
          <p:cNvSpPr/>
          <p:nvPr/>
        </p:nvSpPr>
        <p:spPr>
          <a:xfrm>
            <a:off x="2286000" y="2103120"/>
            <a:ext cx="365760" cy="13716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2286000" y="2194560"/>
            <a:ext cx="1097280" cy="64008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6" name="Text 14"/>
          <p:cNvSpPr/>
          <p:nvPr/>
        </p:nvSpPr>
        <p:spPr>
          <a:xfrm>
            <a:off x="2286000" y="2377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shared/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286000" y="29260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Components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Pipes/Directives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72000" y="1828800"/>
            <a:ext cx="45720" cy="365760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19" name="Shape 17"/>
          <p:cNvSpPr/>
          <p:nvPr/>
        </p:nvSpPr>
        <p:spPr>
          <a:xfrm>
            <a:off x="4023360" y="2103120"/>
            <a:ext cx="365760" cy="137160"/>
          </a:xfrm>
          <a:prstGeom prst="rect">
            <a:avLst/>
          </a:prstGeom>
          <a:solidFill>
            <a:srgbClr val="BE185D"/>
          </a:solidFill>
          <a:ln/>
        </p:spPr>
      </p:sp>
      <p:sp>
        <p:nvSpPr>
          <p:cNvPr id="20" name="Shape 18"/>
          <p:cNvSpPr/>
          <p:nvPr/>
        </p:nvSpPr>
        <p:spPr>
          <a:xfrm>
            <a:off x="4023360" y="2194560"/>
            <a:ext cx="1097280" cy="640080"/>
          </a:xfrm>
          <a:prstGeom prst="rect">
            <a:avLst/>
          </a:prstGeom>
          <a:solidFill>
            <a:srgbClr val="BE185D"/>
          </a:solidFill>
          <a:ln/>
        </p:spPr>
      </p:sp>
      <p:sp>
        <p:nvSpPr>
          <p:cNvPr id="21" name="Text 19"/>
          <p:cNvSpPr/>
          <p:nvPr/>
        </p:nvSpPr>
        <p:spPr>
          <a:xfrm>
            <a:off x="4023360" y="2377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features/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0" y="2834640"/>
            <a:ext cx="45720" cy="365760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23" name="Shape 21"/>
          <p:cNvSpPr/>
          <p:nvPr/>
        </p:nvSpPr>
        <p:spPr>
          <a:xfrm>
            <a:off x="4023360" y="3108960"/>
            <a:ext cx="365760" cy="137160"/>
          </a:xfrm>
          <a:prstGeom prst="rect">
            <a:avLst/>
          </a:prstGeom>
          <a:solidFill>
            <a:srgbClr val="BE185D"/>
          </a:solidFill>
          <a:ln/>
        </p:spPr>
      </p:sp>
      <p:sp>
        <p:nvSpPr>
          <p:cNvPr id="24" name="Shape 22"/>
          <p:cNvSpPr/>
          <p:nvPr/>
        </p:nvSpPr>
        <p:spPr>
          <a:xfrm>
            <a:off x="4023360" y="3200400"/>
            <a:ext cx="1097280" cy="640080"/>
          </a:xfrm>
          <a:prstGeom prst="rect">
            <a:avLst/>
          </a:prstGeom>
          <a:solidFill>
            <a:srgbClr val="BE185D"/>
          </a:solidFill>
          <a:ln/>
        </p:spPr>
      </p:sp>
      <p:sp>
        <p:nvSpPr>
          <p:cNvPr id="25" name="Text 23"/>
          <p:cNvSpPr/>
          <p:nvPr/>
        </p:nvSpPr>
        <p:spPr>
          <a:xfrm>
            <a:off x="4023360" y="33832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music-session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023360" y="38404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Integrated UI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309360" y="1828800"/>
            <a:ext cx="45720" cy="365760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28" name="Shape 26"/>
          <p:cNvSpPr/>
          <p:nvPr/>
        </p:nvSpPr>
        <p:spPr>
          <a:xfrm>
            <a:off x="5760720" y="2103120"/>
            <a:ext cx="365760" cy="13716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9" name="Shape 27"/>
          <p:cNvSpPr/>
          <p:nvPr/>
        </p:nvSpPr>
        <p:spPr>
          <a:xfrm>
            <a:off x="5760720" y="2194560"/>
            <a:ext cx="1097280" cy="64008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0" name="Text 28"/>
          <p:cNvSpPr/>
          <p:nvPr/>
        </p:nvSpPr>
        <p:spPr>
          <a:xfrm>
            <a:off x="5760720" y="2377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models/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760720" y="29260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Interfaces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Types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955280" y="1828800"/>
            <a:ext cx="45720" cy="365760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33" name="Shape 31"/>
          <p:cNvSpPr/>
          <p:nvPr/>
        </p:nvSpPr>
        <p:spPr>
          <a:xfrm>
            <a:off x="7406640" y="2103120"/>
            <a:ext cx="365760" cy="13716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4" name="Shape 32"/>
          <p:cNvSpPr/>
          <p:nvPr/>
        </p:nvSpPr>
        <p:spPr>
          <a:xfrm>
            <a:off x="7406640" y="2194560"/>
            <a:ext cx="1097280" cy="64008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5" name="Text 33"/>
          <p:cNvSpPr/>
          <p:nvPr/>
        </p:nvSpPr>
        <p:spPr>
          <a:xfrm>
            <a:off x="7406640" y="2377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assets/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406640" y="29260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Images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Icons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57200" y="4389120"/>
            <a:ext cx="8229600" cy="640080"/>
          </a:xfrm>
          <a:prstGeom prst="rect">
            <a:avLst/>
          </a:prstGeom>
          <a:solidFill>
            <a:srgbClr val="F3F4F6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4480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</a:rPr>
              <a:t>Quy tắc kiến trúc: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286000" y="448056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Core: Chỉ chứa dữ liệu Singleton. | Shared: Các UI Widgets dùng lại. | Features: Mỗi tính năng là một Lazy-loaded Module.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E185D"/>
                </a:solidFill>
              </a:rPr>
              <a:t>GIAO DIỆN TÍCH HỢP (UNIFIED MUSIC &amp; JOURNAL)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5029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</a:rPr>
              <a:t>PHẦN NHẠC (MUSIC SECTION)</a:t>
            </a:r>
            <a:endParaRPr lang="en-US" sz="1200" dirty="0"/>
          </a:p>
        </p:txBody>
      </p:sp>
      <p:pic>
        <p:nvPicPr>
          <p:cNvPr id="5" name="Image 0" descr="C:\Users\jvmil\.gemini\antigravity-ide\brain\f546b962-3e03-4530-82a6-34f6bfa82baa\hymn_sheet_music_17835130939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3200400" cy="3200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931920" y="1371600"/>
            <a:ext cx="1371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Thông tin: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Tune: HUDSON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Kinh Thánh: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Isaiah 60:1-3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669280" y="914400"/>
            <a:ext cx="3017520" cy="3840480"/>
          </a:xfrm>
          <a:prstGeom prst="rect">
            <a:avLst/>
          </a:prstGeom>
          <a:solidFill>
            <a:srgbClr val="F3F4F6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52160" y="1005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E185D"/>
                </a:solidFill>
              </a:rPr>
              <a:t>GHI CHÉP (JOURNAL)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852160" y="1371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Cảm hứng hôm nay: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852160" y="1645920"/>
            <a:ext cx="2651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0" y="173736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Nhập trải nghiệm thuộc linh...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852160" y="4114800"/>
            <a:ext cx="2651760" cy="4572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3" name="Text 10"/>
          <p:cNvSpPr/>
          <p:nvPr/>
        </p:nvSpPr>
        <p:spPr>
          <a:xfrm>
            <a:off x="5852160" y="42062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LƯU NHẬT KÝ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</a:rPr>
              <a:t>KIẾN TRÚC DỮ LIỆU &amp; CRAWLER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0" y="1371600"/>
            <a:ext cx="1371600" cy="7315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0" y="13716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LDS Website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35040" y="15544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80"/>
                </a:solidFill>
              </a:rPr>
              <a:t>➔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675120" y="1371600"/>
            <a:ext cx="1645920" cy="731520"/>
          </a:xfrm>
          <a:prstGeom prst="rect">
            <a:avLst/>
          </a:prstGeom>
          <a:solidFill>
            <a:srgbClr val="BE185D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13716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Node.js Crawler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2026-07-08T12:38:54Z</dcterms:created>
  <dcterms:modified xsi:type="dcterms:W3CDTF">2026-07-08T12:38:54Z</dcterms:modified>
</cp:coreProperties>
</file>