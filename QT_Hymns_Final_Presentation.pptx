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QT HYMNS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CFBF1"/>
                </a:solidFill>
              </a:rPr>
              <a:t>Tài liệu Thiết kế &amp; Giải pháp Kỹ thuật Tổng thể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CFBF1"/>
                </a:solidFill>
              </a:rPr>
              <a:t>Hệ thống Tĩnh Nguyện Hàng Ngày với Thánh Ca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</a:rPr>
              <a:t>1. KHÁI NIỆM SẢN PHẨM (CONCEPT)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Trang Chủ (Home):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Lịch tương tác để chọn bài hát theo ngày. Mỗi ngày là một hành trình thuộc linh mới.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</a:rPr>
              <a:t>Trang Nhạc (Music):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Nghe nhạc, xem khuôn nhạc và lời bài hát. Dữ liệu được tối ưu (Crawl) để đảm bảo tốc độ và sự tập trung.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E185D"/>
                </a:solidFill>
              </a:rPr>
              <a:t>Trang Nhật Ký (Journal):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Ghi chép cảm hứng và lên kế hoạch hành động thực tế (MITs) dựa trên bài hát đã nghe.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0" y="1097280"/>
            <a:ext cx="3200400" cy="3200400"/>
          </a:xfrm>
          <a:prstGeom prst="rect">
            <a:avLst/>
          </a:prstGeom>
          <a:solidFill>
            <a:srgbClr val="F3F4F6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0" y="2468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</a:rPr>
              <a:t>Home ➔ Music ➔ Journal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</a:rPr>
              <a:t>2. THIẾT KẾ GIAO DIỆN TỔNG THỂ (UNIFIED UI)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303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MUSIC VIEW</a:t>
            </a:r>
            <a:endParaRPr lang="en-US" sz="1000" dirty="0"/>
          </a:p>
        </p:txBody>
      </p:sp>
      <p:pic>
        <p:nvPicPr>
          <p:cNvPr id="5" name="Image 0" descr="C:\Users\jvmil\.gemini\antigravity-ide\brain\f546b962-3e03-4530-82a6-34f6bfa82baa\hymn_sheet_music_17835130939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347472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188720"/>
            <a:ext cx="4937760" cy="4572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▶ 01:20 / 03:45  The Morning Breaks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943600" y="914400"/>
            <a:ext cx="2743200" cy="3931920"/>
          </a:xfrm>
          <a:prstGeom prst="rect">
            <a:avLst/>
          </a:prstGeom>
          <a:solidFill>
            <a:srgbClr val="F3F4F6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0" y="1005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E185D"/>
                </a:solidFill>
              </a:rPr>
              <a:t>JOURNAL VIEW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126480" y="1371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Nhật ký cảm hứng: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126480" y="1645920"/>
            <a:ext cx="2377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0" y="3200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MITs Checklist: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126480" y="34747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☑ Cầu nguyện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☐ Đọc kinh thánh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</a:rPr>
              <a:t>3. PHÂN TÍCH CÁC COMPONENTS CHÍNH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6576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Tên Component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Chức năng chính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NavbarComponent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Điều hướng giữa Trang Chủ, Nhạc, Nhật Ký và Cài đặt.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CalendarComponent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Hiển thị lưới lịch, cho phép người dùng chọn bài hát theo ngày.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AudioPlayerComponent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Điều khiển phát nhạc (Play/Pause/Seek), quản lý luồng âm thanh.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SheetMusicComponent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Hiển thị khuôn nhạc và lời bài hát (từ dữ liệu cào được).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JournalFormComponent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Cung cấp trình soạn thảo văn bản để ghi chép cảm nhận thuộc linh.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TaskTrackerComponent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Quản lý danh sách MITs (Most Important Things) và trạng thái hoàn thành.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HymnService (Data)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Quản lý logic lấy dữ liệu bài hát từ API hoặc Cơ sở dữ liệu.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JournalService (Store)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Lưu trữ và đồng bộ hóa các bản ghi nhật ký với Firebase/LocalStorage.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</a:rPr>
              <a:t>4. CẤU TRÚC THƯ MỤC (DEVELOPER VIEW)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4389120" cy="39319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40233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📁 src/app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▼ 📁 core/ (Singleton Services)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📄 hymn.service.ts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▼ 📁 shared/ (Common UI)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audio-player/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▼ 📁 features/ (Lazy Modules)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music-session/ (Main View)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calendar/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📄 app.module.ts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120640" y="822960"/>
            <a:ext cx="3566160" cy="3931920"/>
          </a:xfrm>
          <a:prstGeom prst="rect">
            <a:avLst/>
          </a:prstGeom>
          <a:solidFill>
            <a:srgbClr val="F3F4F6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0" y="1005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Điểm nổi bật kỹ thuật: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03520" y="146304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Kiến trúc Module hóa giúp ứng dụng nhẹ và dễ bảo trì.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Reactive Programming: Sử dụng RxJS để đồng bộ bài hát và nhật ký.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Crawler System: Tự động cập nhật dữ liệu từ LDS Church mà không cần nhúng thủ công.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E185D"/>
                </a:solidFill>
              </a:rPr>
              <a:t>5. TÍNH NĂNG NỔI BẬT (KEY FEATURES)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Giao diện Tĩnh nguyện Tối giản: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Kết hợp Nhạc và Nhật ký trên 1 màn hình giúp tăng sự tập trung.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Dữ liệu Tinh lọc (Crawl Data):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Lấy trực tiếp file gốc từ LDS Church, bỏ qua các thành phần thừa.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Lên lịch tự động: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Mỗi ngày một bài hát Thánh Ca mới được gợi ý tự động.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Cử chỉ thông minh (Premium):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Vuốt để hoàn thành các nhiệm vụ thuộc linh (MITs).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</a:rPr>
              <a:t>6. LỘ TRÌNH PHÁT TRIỂN (ROADMAP)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Giai đoạn 1: Xây dựng Crawler lấy dữ liệu từ LDS Church (341 bài hát).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Giai đoạn 2: Phát triển Core Angular &amp; Giao diện Tích hợp.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Giai đoạn 3: Tích hợp hệ thống Nhật ký &amp; Lưu trữ Firebase.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Giai đoạn 4: Hoàn thiện UI/UX cao cấp &amp; Tính năng Premium (Cử chỉ vuốt).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2026-07-08T12:50:41Z</dcterms:created>
  <dcterms:modified xsi:type="dcterms:W3CDTF">2026-07-08T12:50:41Z</dcterms:modified>
</cp:coreProperties>
</file>