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THIẾT KẾ CHI TIẾT TRANG CHỦ (DETAILED HOME PAGE)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BỘ LỌC NHẠC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🔍 Xem tất cả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🙏 Nhạc Cầu nguyện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🎄 Nhạc Giáng sinh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📁 Chọn chủ đề...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✨ Cập nhật mới nhất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91440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KHÔNG GIAN ÂM NHẠC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3566160" cy="1645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4630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BÀI HÁT TIÊU BIỂU CỦA NGÀY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THE MORNING BREAKS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Hymn #1 | Tune: HUDSON | "Arise, shine..."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468880"/>
            <a:ext cx="1097280" cy="3657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NGHE NGAY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Gợi ý khác cho bạn: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5661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🎵 Abide with Me!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🎵 Come, Come, Ye Saints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827"/>
                </a:solidFill>
              </a:rPr>
              <a:t>🎵 I Know That My Redeemer Lives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914400"/>
            <a:ext cx="22860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</a:rPr>
              <a:t>TIỆN ÍCH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137160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463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Tháng 3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173736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3720" y="173736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178040" y="173736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3" name="Shape 21"/>
          <p:cNvSpPr/>
          <p:nvPr/>
        </p:nvSpPr>
        <p:spPr>
          <a:xfrm>
            <a:off x="7452360" y="173736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726680" y="173736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1000" y="173736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275320" y="173736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629400" y="201168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8" name="Shape 26"/>
          <p:cNvSpPr/>
          <p:nvPr/>
        </p:nvSpPr>
        <p:spPr>
          <a:xfrm>
            <a:off x="6903720" y="201168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178040" y="201168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452360" y="201168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1" name="Shape 29"/>
          <p:cNvSpPr/>
          <p:nvPr/>
        </p:nvSpPr>
        <p:spPr>
          <a:xfrm>
            <a:off x="7726680" y="201168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2" name="Shape 30"/>
          <p:cNvSpPr/>
          <p:nvPr/>
        </p:nvSpPr>
        <p:spPr>
          <a:xfrm>
            <a:off x="8001000" y="201168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3" name="Shape 31"/>
          <p:cNvSpPr/>
          <p:nvPr/>
        </p:nvSpPr>
        <p:spPr>
          <a:xfrm>
            <a:off x="8275320" y="201168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629400" y="228600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903720" y="228600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6" name="Shape 34"/>
          <p:cNvSpPr/>
          <p:nvPr/>
        </p:nvSpPr>
        <p:spPr>
          <a:xfrm>
            <a:off x="7178040" y="228600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7" name="Shape 35"/>
          <p:cNvSpPr/>
          <p:nvPr/>
        </p:nvSpPr>
        <p:spPr>
          <a:xfrm>
            <a:off x="7452360" y="2286000"/>
            <a:ext cx="182880" cy="18288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38" name="Shape 36"/>
          <p:cNvSpPr/>
          <p:nvPr/>
        </p:nvSpPr>
        <p:spPr>
          <a:xfrm>
            <a:off x="7726680" y="228600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8001000" y="228600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0" name="Shape 38"/>
          <p:cNvSpPr/>
          <p:nvPr/>
        </p:nvSpPr>
        <p:spPr>
          <a:xfrm>
            <a:off x="8275320" y="228600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1" name="Shape 39"/>
          <p:cNvSpPr/>
          <p:nvPr/>
        </p:nvSpPr>
        <p:spPr>
          <a:xfrm>
            <a:off x="6629400" y="256032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2" name="Shape 40"/>
          <p:cNvSpPr/>
          <p:nvPr/>
        </p:nvSpPr>
        <p:spPr>
          <a:xfrm>
            <a:off x="6903720" y="256032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3" name="Shape 41"/>
          <p:cNvSpPr/>
          <p:nvPr/>
        </p:nvSpPr>
        <p:spPr>
          <a:xfrm>
            <a:off x="7178040" y="256032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4" name="Shape 42"/>
          <p:cNvSpPr/>
          <p:nvPr/>
        </p:nvSpPr>
        <p:spPr>
          <a:xfrm>
            <a:off x="7452360" y="256032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5" name="Shape 43"/>
          <p:cNvSpPr/>
          <p:nvPr/>
        </p:nvSpPr>
        <p:spPr>
          <a:xfrm>
            <a:off x="7726680" y="256032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6" name="Shape 44"/>
          <p:cNvSpPr/>
          <p:nvPr/>
        </p:nvSpPr>
        <p:spPr>
          <a:xfrm>
            <a:off x="8001000" y="256032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7" name="Shape 45"/>
          <p:cNvSpPr/>
          <p:nvPr/>
        </p:nvSpPr>
        <p:spPr>
          <a:xfrm>
            <a:off x="8275320" y="2560320"/>
            <a:ext cx="182880" cy="18288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27432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0000"/>
                </a:solidFill>
              </a:rPr>
              <a:t>Nhạc của ngày: Hymn #1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92240" y="320040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E185D"/>
                </a:solidFill>
              </a:rPr>
              <a:t>NHẬT KÝ &amp; GHI CHÚ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Trải nghiệm: Hôm nay tôi cảm thấy...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58368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Việc cần làm: Hoàn thành bài tĩnh nguyện.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2026-07-08T13:08:03Z</dcterms:created>
  <dcterms:modified xsi:type="dcterms:W3CDTF">2026-07-08T13:08:03Z</dcterms:modified>
</cp:coreProperties>
</file>